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1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DB95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2C14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MSDS670  ·  DATA VISUALIZATION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F6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Decade of Spotify Hits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Sound of Popular Music Changed from 2010-2019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Dowdle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1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Research Question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audio characteristics of Spotify's most popular songs change over the 2010s, and which musical attributes relate to one another?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B9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43000" y="3794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43434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energy and danceability of top songs rise or fall across the decade?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636008" y="26517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56048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B9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956048" y="3794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dominance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56048" y="43434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produced the most chart-topping songs of the 2010s?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449056" y="26517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69096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B9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769096" y="3794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769096" y="43434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song's loudness associated with how energetic it sounds?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Top Songs Grew Less Energetic, More Danceable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398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55280" y="2271562"/>
            <a:ext cx="3383280" cy="393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energy fell from 78 in 2010 to 65 in 2019, a clear decade-long decline.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 rose over the same period, from 64 to 70, climbing fastest after 2016.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lines cross near 2018: showing the change from energy to dance. </a:t>
            </a:r>
            <a:endParaRPr lang="en-US" sz="14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50" dirty="0">
              <a:solidFill>
                <a:srgbClr val="33424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Dance Pop Defined the Decade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398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11312" y="2002535"/>
            <a:ext cx="3383280" cy="4398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pop dominated with 327 of 603 songs, more than half of every top track in the decade.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pop (60) and Canadian pop (34) follow far behind, showing how concentrated the era was.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Pop-derived genres fill nearly the entire top ten.</a:t>
            </a:r>
            <a:endParaRPr lang="en-US" dirty="0"/>
          </a:p>
          <a:p>
            <a:pPr marL="0" indent="0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Louder Songs Tend to Be More Energetic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398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11312" y="2002536"/>
            <a:ext cx="3383280" cy="4533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and energy move together with a moderate positive correlation of 0.64.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upward trend is consistent but louder is not a guarantee of higher energy.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impossible record (-60 dB, energy 0) was removed as a data error, strengthening the result.</a:t>
            </a:r>
            <a:endParaRPr lang="en-US" dirty="0"/>
          </a:p>
          <a:p>
            <a:endParaRPr lang="en-US" sz="1450" dirty="0"/>
          </a:p>
          <a:p>
            <a:pPr marL="0" indent="0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DB95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6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C14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737360" y="1572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shifted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37360" y="2057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D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songs traded energy for danceability across the 2010s, the defining audio change of the decade.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C14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737360" y="29900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genre ruled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37360" y="3474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D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pop accounted for over half of all top tracks, a striking concentration of popular taste.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C14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7360" y="44074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energy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48920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D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 0.64 correlation links loudness and energy.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336</Words>
  <Application>Microsoft Office PowerPoint</Application>
  <PresentationFormat>Widescreen</PresentationFormat>
  <Paragraphs>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Decade of Spotify Hits</dc:title>
  <dc:subject>PptxGenJS Presentation</dc:subject>
  <dc:creator>MSDS670 Final Project</dc:creator>
  <cp:lastModifiedBy>Lucy Dowdle</cp:lastModifiedBy>
  <cp:revision>3</cp:revision>
  <dcterms:created xsi:type="dcterms:W3CDTF">2026-06-23T19:13:37Z</dcterms:created>
  <dcterms:modified xsi:type="dcterms:W3CDTF">2026-06-24T16:21:52Z</dcterms:modified>
</cp:coreProperties>
</file>